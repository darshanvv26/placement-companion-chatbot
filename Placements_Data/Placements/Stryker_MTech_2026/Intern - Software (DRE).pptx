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0" r:id="rId5"/>
  </p:sldMasterIdLst>
  <p:sldIdLst>
    <p:sldId id="256" r:id="rId6"/>
  </p:sldIdLst>
  <p:sldSz cx="7772400" cy="100584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DB794-FBDB-44AD-8A20-A52E2DEB57C2}" v="1" dt="2024-10-25T10:11:36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3036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, Shashank" userId="4eb130e0-fb58-4a89-8c7b-7c698b0da39a" providerId="ADAL" clId="{9A6B8B81-5CF0-47F7-94EF-A1EB0F5D1B4F}"/>
    <pc:docChg chg="custSel delSld modSld">
      <pc:chgData name="Paul, Shashank" userId="4eb130e0-fb58-4a89-8c7b-7c698b0da39a" providerId="ADAL" clId="{9A6B8B81-5CF0-47F7-94EF-A1EB0F5D1B4F}" dt="2024-01-05T04:51:48.864" v="3" actId="47"/>
      <pc:docMkLst>
        <pc:docMk/>
      </pc:docMkLst>
      <pc:sldChg chg="addSp delSp modSp mod">
        <pc:chgData name="Paul, Shashank" userId="4eb130e0-fb58-4a89-8c7b-7c698b0da39a" providerId="ADAL" clId="{9A6B8B81-5CF0-47F7-94EF-A1EB0F5D1B4F}" dt="2024-01-05T04:51:40.164" v="2" actId="1076"/>
        <pc:sldMkLst>
          <pc:docMk/>
          <pc:sldMk cId="0" sldId="256"/>
        </pc:sldMkLst>
        <pc:spChg chg="add mod">
          <ac:chgData name="Paul, Shashank" userId="4eb130e0-fb58-4a89-8c7b-7c698b0da39a" providerId="ADAL" clId="{9A6B8B81-5CF0-47F7-94EF-A1EB0F5D1B4F}" dt="2024-01-05T04:51:40.164" v="2" actId="1076"/>
          <ac:spMkLst>
            <pc:docMk/>
            <pc:sldMk cId="0" sldId="256"/>
            <ac:spMk id="2" creationId="{8DA5A61A-791A-4186-89CE-BDAA2EDBC5E3}"/>
          </ac:spMkLst>
        </pc:spChg>
        <pc:spChg chg="del">
          <ac:chgData name="Paul, Shashank" userId="4eb130e0-fb58-4a89-8c7b-7c698b0da39a" providerId="ADAL" clId="{9A6B8B81-5CF0-47F7-94EF-A1EB0F5D1B4F}" dt="2024-01-05T04:51:35.986" v="0" actId="478"/>
          <ac:spMkLst>
            <pc:docMk/>
            <pc:sldMk cId="0" sldId="256"/>
            <ac:spMk id="7" creationId="{CA0BA120-DA7C-4CF1-8006-1804DF21F3D1}"/>
          </ac:spMkLst>
        </pc:spChg>
      </pc:sldChg>
      <pc:sldChg chg="del">
        <pc:chgData name="Paul, Shashank" userId="4eb130e0-fb58-4a89-8c7b-7c698b0da39a" providerId="ADAL" clId="{9A6B8B81-5CF0-47F7-94EF-A1EB0F5D1B4F}" dt="2024-01-05T04:51:48.864" v="3" actId="47"/>
        <pc:sldMkLst>
          <pc:docMk/>
          <pc:sldMk cId="0" sldId="258"/>
        </pc:sldMkLst>
      </pc:sldChg>
    </pc:docChg>
  </pc:docChgLst>
  <pc:docChgLst>
    <pc:chgData name="Paul, Shashank" userId="4eb130e0-fb58-4a89-8c7b-7c698b0da39a" providerId="ADAL" clId="{B20DB794-FBDB-44AD-8A20-A52E2DEB57C2}"/>
    <pc:docChg chg="custSel modSld">
      <pc:chgData name="Paul, Shashank" userId="4eb130e0-fb58-4a89-8c7b-7c698b0da39a" providerId="ADAL" clId="{B20DB794-FBDB-44AD-8A20-A52E2DEB57C2}" dt="2024-10-25T10:11:39.928" v="2" actId="1076"/>
      <pc:docMkLst>
        <pc:docMk/>
      </pc:docMkLst>
      <pc:sldChg chg="addSp delSp modSp mod">
        <pc:chgData name="Paul, Shashank" userId="4eb130e0-fb58-4a89-8c7b-7c698b0da39a" providerId="ADAL" clId="{B20DB794-FBDB-44AD-8A20-A52E2DEB57C2}" dt="2024-10-25T10:11:39.928" v="2" actId="1076"/>
        <pc:sldMkLst>
          <pc:docMk/>
          <pc:sldMk cId="0" sldId="256"/>
        </pc:sldMkLst>
        <pc:spChg chg="del">
          <ac:chgData name="Paul, Shashank" userId="4eb130e0-fb58-4a89-8c7b-7c698b0da39a" providerId="ADAL" clId="{B20DB794-FBDB-44AD-8A20-A52E2DEB57C2}" dt="2024-10-25T10:11:35.735" v="0" actId="478"/>
          <ac:spMkLst>
            <pc:docMk/>
            <pc:sldMk cId="0" sldId="256"/>
            <ac:spMk id="2" creationId="{8DA5A61A-791A-4186-89CE-BDAA2EDBC5E3}"/>
          </ac:spMkLst>
        </pc:spChg>
        <pc:spChg chg="add mod">
          <ac:chgData name="Paul, Shashank" userId="4eb130e0-fb58-4a89-8c7b-7c698b0da39a" providerId="ADAL" clId="{B20DB794-FBDB-44AD-8A20-A52E2DEB57C2}" dt="2024-10-25T10:11:39.928" v="2" actId="1076"/>
          <ac:spMkLst>
            <pc:docMk/>
            <pc:sldMk cId="0" sldId="256"/>
            <ac:spMk id="3" creationId="{8DA5A61A-791A-4186-89CE-BDAA2EDBC5E3}"/>
          </ac:spMkLst>
        </pc:spChg>
      </pc:sldChg>
    </pc:docChg>
  </pc:docChgLst>
  <pc:docChgLst>
    <pc:chgData name="Dutta, Rakesh" userId="bb123010-2fdf-4040-a688-06353a3690b9" providerId="ADAL" clId="{44F58B1B-C443-490D-9517-88B7B22F76F1}"/>
    <pc:docChg chg="custSel modSld">
      <pc:chgData name="Dutta, Rakesh" userId="bb123010-2fdf-4040-a688-06353a3690b9" providerId="ADAL" clId="{44F58B1B-C443-490D-9517-88B7B22F76F1}" dt="2022-11-10T13:47:05.691" v="62" actId="20577"/>
      <pc:docMkLst>
        <pc:docMk/>
      </pc:docMkLst>
      <pc:sldChg chg="modSp mod">
        <pc:chgData name="Dutta, Rakesh" userId="bb123010-2fdf-4040-a688-06353a3690b9" providerId="ADAL" clId="{44F58B1B-C443-490D-9517-88B7B22F76F1}" dt="2022-11-10T13:47:05.691" v="62" actId="20577"/>
        <pc:sldMkLst>
          <pc:docMk/>
          <pc:sldMk cId="0" sldId="256"/>
        </pc:sldMkLst>
        <pc:spChg chg="mod">
          <ac:chgData name="Dutta, Rakesh" userId="bb123010-2fdf-4040-a688-06353a3690b9" providerId="ADAL" clId="{44F58B1B-C443-490D-9517-88B7B22F76F1}" dt="2022-11-10T13:47:05.691" v="62" actId="20577"/>
          <ac:spMkLst>
            <pc:docMk/>
            <pc:sldMk cId="0" sldId="256"/>
            <ac:spMk id="18" creationId="{7C67F0AE-3361-475E-A5BC-CEE78446159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3124624"/>
            <a:ext cx="6606540" cy="2156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860" y="5699760"/>
            <a:ext cx="5440680" cy="2570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48D7D-EA17-4D02-8F42-7F6BA041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7DE32-5DA6-4E8B-B902-B7BB0D988B1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9DDB5-01EE-4DD4-AAAD-F8897940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813FE-B64E-44CB-AD65-FA58282E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6E58A-5E98-4A27-A4B1-449D7B6C0F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28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23C1-6924-4205-859C-91927211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BF972-2885-40FF-A04B-6A2076573F04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BEA1-EBA3-4E47-84A1-D5E1B379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9ED33-0453-4880-BF0B-5262E92B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A0316-AD83-409D-A482-D6E352348B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35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966" y="6463454"/>
            <a:ext cx="6606540" cy="199771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966" y="4263180"/>
            <a:ext cx="6606540" cy="22002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4C57E-2ADF-485D-9795-D669BD33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DA745-8370-4F7E-92F5-F9525DEB698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3DF34-3583-46BA-A43B-1737D6C95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F4290-D09A-4A8E-9FA8-883964AB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E3E24-C6DC-4C0A-81F9-AEE1D48AE8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57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62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097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CD6D59-0657-4ACC-939A-72876CCA6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81A27-1887-45E7-ADFA-3FEA2A007F5E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F0FB58-D849-42DD-891C-55F764B3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854D29-2467-4090-8F81-D4C93299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A3431-A062-448F-A357-D90D51FB9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66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2251499"/>
            <a:ext cx="3434160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" y="3189817"/>
            <a:ext cx="3434160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8272" y="2251499"/>
            <a:ext cx="3435509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48272" y="3189817"/>
            <a:ext cx="3435509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0DFC10E-496A-4435-9711-313EBB7C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407C5-996C-4352-8C29-CD90037A91F3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A1907B-8E2D-4137-A1EB-4BAF0260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F4C02B-EC1E-47F1-86D0-3C50DF28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768EE-40D8-40C3-A469-F7301512F2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01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D55C2FF-5877-4A4C-BC6A-82C21C24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4B207-D956-4488-879C-B8E58FA3FAD5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8F6439-90FF-435C-B36A-28D1AC95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A8E813-37C2-4365-BB71-D9293E7AF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AB833-9211-431C-8D52-BEF2375BD1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64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ACD80F7-A3DB-4339-A73F-A64C5ED3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547CCF-38B3-4B84-9638-98DFC8A8980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9B18D56-0D4A-4400-B162-8B6A9A9B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4C13BF9-D22A-4B49-85DE-DAAFC575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A3295-1D24-4C89-80E2-F8ED5414A7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08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400473"/>
            <a:ext cx="2557066" cy="17043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8792" y="400474"/>
            <a:ext cx="4344988" cy="85845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620" y="2104814"/>
            <a:ext cx="2557066" cy="68802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792DC-6292-407E-A2AC-87009E88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8D311-8856-45F6-89F5-359ED744731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A80596-13CE-4606-851F-C9A5CCC0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C69B89-3664-444D-A49E-4CF57133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34D0F-5621-44F3-A5F2-DB35BE199E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286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445" y="7040880"/>
            <a:ext cx="4663440" cy="83121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3445" y="898737"/>
            <a:ext cx="4663440" cy="603504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3445" y="7872096"/>
            <a:ext cx="4663440" cy="11804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389304-FF63-4A10-BE3B-8974C6C7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13182-4811-4860-898B-87DB64D30C7E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422C3A-6894-43A3-B8DE-8C23EDA0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23D783-3A48-4FAD-A887-3E0A66C1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CA284-636F-4336-A479-E3EC1D79E5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33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0C1D2-F150-43AF-BCF3-FC4F5156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5F373-94AD-4838-84F5-A3D8C3BF5807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D70C6-B7CC-472D-8D56-6C3BEE13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7CB86-6A63-4CD8-8458-15DCE14B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ED8E4-3560-4A6D-97EB-FF7A1E1D21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99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4990" y="402803"/>
            <a:ext cx="1748790" cy="85822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620" y="402803"/>
            <a:ext cx="5116830" cy="85822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32D55-6710-4C2E-A88A-49F3200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7A87A-897C-4F62-9A90-2A0B2C386F0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0D5E9-6DF3-4DE1-944D-1C58997E8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3E36-FA55-4263-8AB6-D1E47572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B4204-E191-4C1A-87BF-13623C6BC6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71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38ED378-0ADF-468C-BFD8-EBF3BF78E72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8938" y="403225"/>
            <a:ext cx="6994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1EA6055-39A5-4420-90C6-A56FA328E0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8938" y="2346325"/>
            <a:ext cx="6994525" cy="663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0B7F-54AF-4B4B-8280-93A21F880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8938" y="9323388"/>
            <a:ext cx="1812925" cy="53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BCE9E8-B4DE-41CC-AC9C-530243DD613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B3455-39B8-47D9-8DB9-F00E3EE43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5888" y="9323388"/>
            <a:ext cx="2460625" cy="53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744C6-575A-4D9E-AD26-72BF60A08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70538" y="9323388"/>
            <a:ext cx="1812925" cy="53498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E17595-F24E-45C5-A0CC-7CF979C539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>
            <a:extLst>
              <a:ext uri="{FF2B5EF4-FFF2-40B4-BE49-F238E27FC236}">
                <a16:creationId xmlns:a16="http://schemas.microsoft.com/office/drawing/2014/main" id="{C81D81F8-606C-4A8F-B4E0-A3A81D9681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91" y="457200"/>
            <a:ext cx="7065818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2192F2-7DAE-40AA-99C2-E03E5E39842F}"/>
              </a:ext>
            </a:extLst>
          </p:cNvPr>
          <p:cNvSpPr txBox="1"/>
          <p:nvPr/>
        </p:nvSpPr>
        <p:spPr>
          <a:xfrm>
            <a:off x="2773523" y="1557753"/>
            <a:ext cx="233435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dirty="0" err="1">
                <a:solidFill>
                  <a:srgbClr val="FFC000"/>
                </a:solidFill>
                <a:latin typeface="URWEgyptienneTOTLig" panose="04000500000000000000" pitchFamily="82" charset="0"/>
                <a:cs typeface="+mn-cs"/>
              </a:rPr>
              <a:t>MTech</a:t>
            </a:r>
            <a:r>
              <a:rPr lang="en-US" sz="2600" b="1" dirty="0">
                <a:solidFill>
                  <a:srgbClr val="FFC000"/>
                </a:solidFill>
                <a:latin typeface="URWEgyptienneTOTLig" panose="04000500000000000000" pitchFamily="82" charset="0"/>
                <a:cs typeface="+mn-cs"/>
              </a:rPr>
              <a:t> </a:t>
            </a:r>
            <a:r>
              <a:rPr lang="en-US" sz="2600" b="1" dirty="0">
                <a:latin typeface="URWEgyptienneTOTLig" panose="04000500000000000000" pitchFamily="82" charset="0"/>
                <a:cs typeface="+mn-cs"/>
              </a:rPr>
              <a:t>Intern</a:t>
            </a:r>
            <a:endParaRPr lang="en-US" sz="2600" b="1" dirty="0">
              <a:latin typeface="Futura For Stryker" panose="020B0802020204020204" pitchFamily="34" charset="0"/>
              <a:cs typeface="+mn-cs"/>
            </a:endParaRPr>
          </a:p>
        </p:txBody>
      </p:sp>
      <p:pic>
        <p:nvPicPr>
          <p:cNvPr id="2052" name="Picture 7">
            <a:extLst>
              <a:ext uri="{FF2B5EF4-FFF2-40B4-BE49-F238E27FC236}">
                <a16:creationId xmlns:a16="http://schemas.microsoft.com/office/drawing/2014/main" id="{5BC4E329-3295-4A3C-8544-5C102F934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457200"/>
            <a:ext cx="1127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67F0AE-3361-475E-A5BC-CEE784461599}"/>
              </a:ext>
            </a:extLst>
          </p:cNvPr>
          <p:cNvSpPr txBox="1"/>
          <p:nvPr/>
        </p:nvSpPr>
        <p:spPr>
          <a:xfrm>
            <a:off x="2773523" y="2156727"/>
            <a:ext cx="4884738" cy="686341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accent1"/>
                </a:solidFill>
                <a:latin typeface="+mn-lt"/>
                <a:cs typeface="Arial" charset="0"/>
              </a:rPr>
              <a:t>Who we want</a:t>
            </a:r>
            <a:endParaRPr lang="en-US" sz="1000" dirty="0">
              <a:latin typeface="+mn-lt"/>
              <a:cs typeface="Times New Roman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Detail-oriented process improvers</a:t>
            </a:r>
            <a:r>
              <a:rPr lang="en-US" sz="1000" dirty="0">
                <a:latin typeface="+mn-lt"/>
              </a:rPr>
              <a:t>. Critical thinkers who naturally see opportunities to develop and optimize work processes – finding ways to simplify, standardize and automate.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Self-directed imitators. </a:t>
            </a:r>
            <a:r>
              <a:rPr lang="en-US" sz="1000" dirty="0">
                <a:latin typeface="+mn-lt"/>
              </a:rPr>
              <a:t>People who take ownership of their work and need no prompting to drive productivity, change, and outcomes.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Collaborative partners</a:t>
            </a:r>
            <a:r>
              <a:rPr lang="en-US" sz="1000" dirty="0">
                <a:latin typeface="+mn-lt"/>
              </a:rPr>
              <a:t>. People who build and leverage cross-functional relationships to bring together ideas, data and insights to drive continuous improvement in functions.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 Analytical problem solvers</a:t>
            </a:r>
            <a:r>
              <a:rPr lang="en-US" sz="1000" dirty="0">
                <a:latin typeface="+mn-lt"/>
              </a:rPr>
              <a:t>. People who go beyond just fixing to identify root causes, evaluate optimal solutions, and recommend comprehensive upgrades to prevent future issues.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Dedicated achievers</a:t>
            </a:r>
            <a:r>
              <a:rPr lang="en-US" sz="1000" dirty="0">
                <a:latin typeface="+mn-lt"/>
              </a:rPr>
              <a:t>. People who thrive in a fast-paced environment and will stop at nothing to ensure a project is complete and meets regulations and expectations</a:t>
            </a:r>
            <a:endParaRPr lang="en-US" sz="1000" b="1" dirty="0">
              <a:latin typeface="+mn-lt"/>
            </a:endParaRPr>
          </a:p>
          <a:p>
            <a:pPr>
              <a:defRPr/>
            </a:pPr>
            <a:endParaRPr lang="en-US" sz="1000" dirty="0">
              <a:solidFill>
                <a:schemeClr val="accent1"/>
              </a:solidFill>
              <a:latin typeface="+mn-lt"/>
            </a:endParaRPr>
          </a:p>
          <a:p>
            <a:pPr>
              <a:defRPr/>
            </a:pPr>
            <a:r>
              <a:rPr lang="en-US" sz="1000" b="1" dirty="0">
                <a:solidFill>
                  <a:schemeClr val="accent1"/>
                </a:solidFill>
                <a:latin typeface="+mn-lt"/>
              </a:rPr>
              <a:t>What you will do </a:t>
            </a:r>
          </a:p>
          <a:p>
            <a:r>
              <a:rPr lang="en-US" sz="1000" dirty="0"/>
              <a:t>The individual will work as an individual contributor who will be part of a team working on following : 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It requires the use of judgement in applying professional expertise and is expected to work independently with minimal supervision.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 requires an understanding and application of procedures and concepts of own discipline.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Designs, develops, tests, debugs and implements operating systems components, software tools , advance software applications , cloud based application and utilities. Determines systems software design requirements.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Ensures that system improvements are successfully implemented and monitored to increase efficiency.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Generates systems software engineering policies, standards and procedures.</a:t>
            </a:r>
            <a:br>
              <a:rPr lang="en-US" sz="1000" dirty="0"/>
            </a:b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accent1"/>
              </a:solidFill>
              <a:latin typeface="+mn-lt"/>
            </a:endParaRPr>
          </a:p>
          <a:p>
            <a:r>
              <a:rPr lang="en-US" sz="1000" b="1" dirty="0">
                <a:solidFill>
                  <a:schemeClr val="accent1"/>
                </a:solidFill>
                <a:latin typeface="+mn-lt"/>
              </a:rPr>
              <a:t>Skills Sets needed:</a:t>
            </a:r>
          </a:p>
          <a:p>
            <a:r>
              <a:rPr lang="en-US" sz="1000" dirty="0"/>
              <a:t> 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Full time M. Tech –Computer science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Must be flexible, independent and self-motivated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Ability to conceptualize, eager to learn and detail orientation.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Strong written and oral communication skills.</a:t>
            </a:r>
          </a:p>
          <a:p>
            <a:pPr lvl="0"/>
            <a:endParaRPr lang="en-US" sz="1000" dirty="0">
              <a:solidFill>
                <a:srgbClr val="00B0F0"/>
              </a:solidFill>
            </a:endParaRPr>
          </a:p>
          <a:p>
            <a:pPr lvl="0"/>
            <a:r>
              <a:rPr lang="en-US" sz="1000" b="1" dirty="0">
                <a:solidFill>
                  <a:schemeClr val="accent1"/>
                </a:solidFill>
                <a:latin typeface="+mn-lt"/>
              </a:rPr>
              <a:t>Desired Technical Skills: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Strong knowledge in Data structures &amp; algorithms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Ability to write code in two or more general purpose programming language (e.g., C, C++, C#, Java, JavaScript, Python, etc.).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Good understanding of  Object-oriented programming concepts.</a:t>
            </a:r>
          </a:p>
          <a:p>
            <a:endParaRPr lang="en-US" sz="1000" dirty="0">
              <a:solidFill>
                <a:schemeClr val="accent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New Brand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B500"/>
      </a:accent1>
      <a:accent2>
        <a:srgbClr val="AF6D04"/>
      </a:accent2>
      <a:accent3>
        <a:srgbClr val="85458A"/>
      </a:accent3>
      <a:accent4>
        <a:srgbClr val="1C5687"/>
      </a:accent4>
      <a:accent5>
        <a:srgbClr val="4C7D7A"/>
      </a:accent5>
      <a:accent6>
        <a:srgbClr val="B2B4AE"/>
      </a:accent6>
      <a:hlink>
        <a:srgbClr val="1C5687"/>
      </a:hlink>
      <a:folHlink>
        <a:srgbClr val="4C7D7A"/>
      </a:folHlink>
    </a:clrScheme>
    <a:fontScheme name="Arial Black/Cambria">
      <a:majorFont>
        <a:latin typeface="Arial Black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ob Format- Senior Manager- Innovation" id="{E1B533D6-13FF-48F4-BAB0-99012358CB22}" vid="{153A5BB1-AF75-4E9B-8F1B-A8FD052B3AD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LongProperties xmlns="http://schemas.microsoft.com/office/2006/metadata/longProperties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CAC1201379A44EB3E2577E160CAE0C" ma:contentTypeVersion="2" ma:contentTypeDescription="Create a new document." ma:contentTypeScope="" ma:versionID="d2749e6fefe81189c697b7c3b306ccd5">
  <xsd:schema xmlns:xsd="http://www.w3.org/2001/XMLSchema" xmlns:xs="http://www.w3.org/2001/XMLSchema" xmlns:p="http://schemas.microsoft.com/office/2006/metadata/properties" xmlns:ns2="8002d8f9-6e21-4e83-b348-29d426ff577e" targetNamespace="http://schemas.microsoft.com/office/2006/metadata/properties" ma:root="true" ma:fieldsID="878bcbff914eaff3983f0a1d3f219f69" ns2:_="">
    <xsd:import namespace="8002d8f9-6e21-4e83-b348-29d426ff5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02d8f9-6e21-4e83-b348-29d426ff57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52ADEE-5B45-469F-B40F-3BA88ACA77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CF854D-9396-4136-ABD0-8B87CD7D11D6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EB8468C2-563A-485B-ABA0-356AAD316721}">
  <ds:schemaRefs>
    <ds:schemaRef ds:uri="ebc0346e-254c-4467-aacd-fd7b1cb2a221"/>
    <ds:schemaRef ds:uri="http://schemas.microsoft.com/office/2006/metadata/properties"/>
    <ds:schemaRef ds:uri="3c5819e1-e3fb-4032-8b08-841ed85a33da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A46AEEEB-069E-48AC-947D-5173FA2A35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02d8f9-6e21-4e83-b348-29d426ff5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Job Format- Senior Manager- Innovation</Template>
  <TotalTime>210</TotalTime>
  <Words>334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Cambria</vt:lpstr>
      <vt:lpstr>Futura For Stryker</vt:lpstr>
      <vt:lpstr>URWEgyptienneTOTLig</vt:lpstr>
      <vt:lpstr>Wingdings</vt:lpstr>
      <vt:lpstr>Default Theme</vt:lpstr>
      <vt:lpstr>PowerPoint Presentation</vt:lpstr>
    </vt:vector>
  </TitlesOfParts>
  <Company>Stryker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Jagtap, Deepika</dc:creator>
  <cp:lastModifiedBy>Placement Dept [MAHE-MIT]</cp:lastModifiedBy>
  <cp:revision>37</cp:revision>
  <dcterms:created xsi:type="dcterms:W3CDTF">2019-09-12T08:35:04Z</dcterms:created>
  <dcterms:modified xsi:type="dcterms:W3CDTF">2025-02-04T04:28:17Z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visionDeptTaxHTField0">
    <vt:lpwstr>Global|b1f03d23-7257-4713-b4c4-d76aaccbe430</vt:lpwstr>
  </property>
  <property fmtid="{D5CDD505-2E9C-101B-9397-08002B2CF9AE}" pid="3" name="TaxCatchAll">
    <vt:lpwstr/>
  </property>
  <property fmtid="{D5CDD505-2E9C-101B-9397-08002B2CF9AE}" pid="4" name="DivisionDept">
    <vt:lpwstr/>
  </property>
  <property fmtid="{D5CDD505-2E9C-101B-9397-08002B2CF9AE}" pid="5" name="Comments">
    <vt:lpwstr/>
  </property>
  <property fmtid="{D5CDD505-2E9C-101B-9397-08002B2CF9AE}" pid="6" name="PublishingContact">
    <vt:lpwstr/>
  </property>
  <property fmtid="{D5CDD505-2E9C-101B-9397-08002B2CF9AE}" pid="7" name="display_urn:schemas-microsoft-com:office:office#Editor">
    <vt:lpwstr>Folk, Tennille</vt:lpwstr>
  </property>
  <property fmtid="{D5CDD505-2E9C-101B-9397-08002B2CF9AE}" pid="8" name="Title">
    <vt:lpwstr>PowerPoint Presentation</vt:lpwstr>
  </property>
  <property fmtid="{D5CDD505-2E9C-101B-9397-08002B2CF9AE}" pid="9" name="PublishingStartDate">
    <vt:lpwstr/>
  </property>
  <property fmtid="{D5CDD505-2E9C-101B-9397-08002B2CF9AE}" pid="10" name="PublishingExpirationDate">
    <vt:lpwstr/>
  </property>
  <property fmtid="{D5CDD505-2E9C-101B-9397-08002B2CF9AE}" pid="11" name="ga765992315b41e9a2cd8d7a5c93544b">
    <vt:lpwstr/>
  </property>
  <property fmtid="{D5CDD505-2E9C-101B-9397-08002B2CF9AE}" pid="12" name="Order">
    <vt:lpwstr>129500.000000000</vt:lpwstr>
  </property>
  <property fmtid="{D5CDD505-2E9C-101B-9397-08002B2CF9AE}" pid="13" name="display_urn:schemas-microsoft-com:office:office#Author">
    <vt:lpwstr>Folk, Tennille</vt:lpwstr>
  </property>
  <property fmtid="{D5CDD505-2E9C-101B-9397-08002B2CF9AE}" pid="14" name="ContentTypeId">
    <vt:lpwstr>0x010100CFCAC1201379A44EB3E2577E160CAE0C</vt:lpwstr>
  </property>
</Properties>
</file>